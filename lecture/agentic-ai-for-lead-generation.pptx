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and thank you for having me. Here's what this
session is about: agentic AI — what it is, and how you run it so
that its work is trustworthy. And everything we do today maps onto
one real task: helping this chair find and qualify B2B partner
companies. The shortlist the agent produces is evidence for our
Bachelor course Sales Strategy and Execution next summer. So
nothing here is an exercise — it's the start of a deliverable.
Let's get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Here's the job we're solving. This chair partners with companies —
for funding, for data, for teaching cases. Finding and qualifying
those partners is manual work: slow, and it doesn't scale. Agentic
AI can research companies, score them, and rank them. And let me be
straight with you: nobody needs another lecture about chatbots.
What you need is to recognise — and judge — an agentic workflow,
and to read the contract that drives it. The demo we watch produces
a ranked list of partners, every claim with a source. That list is
the dataset our Bachelor students build on next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actually means — and why it
is not a clever chatbot. You'll be able to read how a harness gives
an AI tools, rules, and a task. You'll be able to judge an agentic
output — checked? citable? repeatable? And you'll be able to reuse
the loop you see today: contract, run, verify. One headline before
we start: model is the brain, harness is the hands, workflow is the
muscles — and context is the memory. That part is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That's the map for the next thirty-five minutes: foundations first,
then the method, then the live walkthrough — that is the heart —
and a short reflection at the end. Ten minutes are reserved for your
questions. So if one comes to you mid-talk: write it down, we'll
get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 that's
chat. Question in, answer out. No tools, no files, no actions: just
a conversation. On the right — that's an agent: a goal, a plan,
tools, and verification, running inside a harness that grants it
access to the world — a browser, files, APIs. The amber loop in the
middle is where the actual work happens. And here is the key point:
agentic is not a smarter ChatGPT. It's a difference in kind, not in
size. The model can touch the world, and it can check its own work.
Keep this image in your head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you know this one, it's the brain. The
harness — that's the piece this lecture adds: an executable
environment, permissions, memory — the hands and the workspace.
And the loop — that's what makes it agentic: it plans, it acts, it
checks, it corrects itself. Two honest asides. First: there's a
fourth ingredient that is deliberately not on this diagram —
context, the criteria and judgement the loop cannot invent for
itself. That's yours, and it comes back in two slides. Second, full
disclosure: pi, the harness you'll see in the demo, is my own
project. I use it mainly because it has a small memory footprint.
OpenCode and Claude Code are solid alternatives. Same model,
different results — the harness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Let me show you the evidence — from this chair's own open
research corpus, public on GitHub. Thirteen thousand and ninety-six
marketing papers. Seven thousand seven hundred and seventy-one of
them published in 2026 alone. Ninety-one papers mention agentic AI.
Twenty-seven papers are about lead generation. And the intersection
— papers that do both? Zero. Literally zero. Twenty-two papers are
context-aware — but they all stay in attribution and
personalisation; none of them touch agentic work. So the triple
intersection is empty. Nobody is doing this yet — and that empty
cell is this chair's to fill.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whole lecture — it's the
slide I hope you remember. A prompt? That's how you ask a chat: a
question, in one go, and that's it. A contract? That's how you run
an agent. It lives in the repository, it's versioned, and it says
what 'done' means. And then the third piece, please take it
seriously: context. The contract is a container for context — the
chair's criteria, the sources we trust, our judgement, the history
of partnerships. Without that container, the agent is a brilliant
generalist with no idea what 'good' means here. A prompt turns an
idea-generator into a conversation. A contract turns it into a
reproducible research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Now let's make it concrete — a lead-generation loop as an agentic
workflow. Read it left to right. [point to each box as you say it]
DEFINE — that's you; that's the blue box: what does a good partner
look like for this chair? SOURCE — where do we hunt? QUALIFY —
does this company actually fit? RECORD — capture every claim with
its source. VERIFY — check those sources really say what we think
they say. And OUTPUT — a ranked list, judged by a human. The agent
runs the middle four steps. You own the first and the last — and
you already know why from the slide before: those two boxes are
where the context lives. Notice the amber line along the bottom —
that's what you learn on a run, feeding back to tighten the
contract for the next run. The agent stays inside the loop. The
human stays in 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this table: five criteria, scored one to five, and one hard
guard. Our first default — grocery retail — fails the guard,
because lead generation there is a consumer, demand-gen game, not a
sales-strategy one. Optics came close. But mechanical and plant
engineering wins on every axis. So that's the sector you're about
to see in the demo. And notice what just happened: the AI did not
choose the sector. We did. Choosing target segments is a core
sales-strategy decision — one we can teach in the Bachelor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So — the live walkthrough. The task: build the partner-candidate
shortlist, top ten B2B companies. Live today, we'll do two of them
— the method is what matters, not the count. Each company gets a
fit signal in one sentence, every claim carries a source URL, and
the output is ranked. That shortlist is evidence for the Bachelor
course next year. There's no hands-on today — this is a
walkthrough. I run it in the harness live, and what you see is what
the agent does. Watch what happens — and watch what doesn't happen
on screen.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This is the file the agent reads every time
it starts — and it's in this repository, you can open it yourself.
Look at what a contract actually contains: a goal, criteria,
sources, an output format, and rules. Now, the natural instinct is
to think you prompt an AI by typing a question. You don't. You
start by writing rules. And one critical-literacy point before we
go on — because it really matters: every source this contract
lists is self-reported by the companies themselves. A URL proves a
claim exists; it does not prove the claim is true. So the standing
question for everything we do today is: whose evidence is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contract, here's the task — show me your
plan first."
[it plans] "Watch the plan — it maps one to one onto those six boxes
from the pipeline slide."
[it opens the browser] "There it is — it can touch the world, that's
what agentic means. It's reading the companies' own pages. Right
now it is absorbing our context — the criteria it could not invent
for itself."
[it scores] "Now it scores each company against the contract — fit
signal, one sentence, with the source right next to it."
[on a mistake — pause, then:] "Hold on. Did you see that? It
over-claimed. Stop. Which URL actually says that?" [let it
correct itself] "That pause-and-correct — that is the loop in
action."
[it re-checks citations] "Now it's re-checking its own citations —
do those URLs actually resolve? That's step five: verify."
[final table] "And there's the shortlist — ranked, cited, done.
Let's judge it with the three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did it
just generate it? Citable — does every claim carry a URL that
resolves, and actually supports the sentence? Repeatable — re-run
the same contract and you get the same method: a result you can
audit. And here is what all three are really guarding: context.
Checked guards against invented context. Citable guards against
untraceable context. Repeatable guards against lost context. If the
output passes, it's a deliverable. If not — it's a draft. And that
is the same discipline you'd apply to a prospect's claims before
you sign anything. Verify before you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So — what did you actually just see? Three things. A contract:
rules, not a prompt. An agent doing a loop: plan, act, check,
correct. And a verifiable artefact: a ranked shortlist, every claim
with a source. And one more thing — the thread of the whole hour.
Context. Supplied by you. Enforced by the contract. Checked by the
loop. That's the method — and it's reusable for any
partner-sourcing task. The result is what a demo produces. The
method is what you take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Fair question: what does the chair get out of this? Four things.
First, a reproducible partner-sourcing method — not a one-off
search. Second, a ranked, sourced shortlist — usable immediately.
Third, students who can run agentic workflows — and I mean that
seriously as a CV skill; that's what companies are hiring for right
now. And fourth, an evidence base for the Bachelor course Sales
Strategy and Execution next summer. One honest note on the side: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So what can you use, as a student, starting tomorrow? Best option
first: the JLU HRZ API-Service. Free LLMs for every university
member — locally hosted Qwen models with up to a million tokens of
context, plus the commercial models on top. You get access by
emailing ki@uni-giessen.de, and it works with OpenCode out of the
box. Google gives students a year of Google AI Plus for free —
verify with your university email by the end of December. OpenRouter
is one key for many models, free tiers included. Ollama runs
locally — free and private. And the harnesses, OpenCode and pi,
are what you've seen today. If you take one thing from this slide:
start with HRZ.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Let me leave you with five lines. Agentic is a working environment,
not a chatbot. A harness is a model plus tools plus rules — that is
what makes AI work accountable. Contract first: define 'done'
before you start. Verify, cite, repeat — the three questions. And
the line I want you to take home: context beats compute. A small
model with your context beats a big model with none. Next summer,
this shortlist becomes the Bachelor course's input — and the chair
decides what it feeds.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itself, which is what today's evidence came from.
Fork it — it's a skeleton you can grow into your own corpus."
[If you only say one sentence:] "All links are in the deck — the
corpus and the one-pager are where I'd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does qualified mean?" — defined in the contract: fit
  signal, innovation agenda, university links, each with evidence.
- Trying it themselves — resources slide; start with HRZ API.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2026-10-19T20:02:09Z</dcterms:created>
  <dcterms:modified xsi:type="dcterms:W3CDTF">2026-10-19T20:02:09Z</dcterms:modified>
</cp:coreProperties>
</file>