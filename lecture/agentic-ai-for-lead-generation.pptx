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be able to reuse the
loop you see today: contract, run, verify.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full disclosure:
pi, the harness you see in the demo, is my own project. I use it
mainly for its small memory footprint. OpenCode and Claude Code are
solid alternatives. Same model, different results — the harness
decides.
[Not read:] If asked later — pi default is memory footprint, not
"my software is better"; keep it honest, students test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Thirteen thousand and ninety-six marketing
papers. Seven thousand seven hundred and seventy-one published in
2026 alone. Ninety-one papers mention agentic AI. Twenty-seven are
about lead generation. The intersection — papers that do both?
Zero. Twenty-two papers are context-aware — all in attribution and
personalisation; none touch agentic work. The triple intersection
is empty. Nobody is doing this yet — and that empty cell is this
chair's to fill.
[Not read — honesty note if probed:] Counts come from keyword search
over title/abstract of our own corpus — a heuristic, not a citation
index — but conservative; the gap is real and wide.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build the partner-candidate shortlist
— top ten B2B companies. Live today, two of them; the method is
what matters. Each company gets a fit signal in one sentence, every
claim carries a source URL, the output is ranked. That shortlist is
evidence for the Bachelor course next year. No hands-on today —
this is a walkthrough. I run it in the harness live; what you see
is what the agent does. Watch what happens — and what doesn't.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The file the agent reads every time it
starts — and it's in this repository, open to you. Look at what a
contract contains: a goal, criteria, sources, an output format,
rules. The natural instinct is that you prompt an AI by typing a
question. You don't. You start by writing rules. One
critical-literacy point before we go on: every source this contract
lists is self-reported by the companies. A URL proves a claim
exists; it does not prove the claim is true. So the standing
question today is: whose evidence is this?
[Not read:] The live file is lecture/demo/AGENTS.md; full kickoff
prompt + narration: lecture/demo/demo-script.md.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contract, here's the task —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[it scores] "It scores each company against the contract — fit
signal, one sentence, source alongside."
[on a mistake — pause, then:] "Hold on. It over-claimed. Stop.
Which URL says that?" [let it correct itself] "That
pause-and-correct is the loop in action."
[it re-checks citations] "It's re-checking its own citations — do
those URLs resolve? That's step five: verify."
[final table] "There's the shortlist — ranked, cited. Let's judge it
with the three questions."
[Not read:] Steps: (1) open browser via MCP, search prospects;
(2) read real pages, extract fit signals; (3) score vs contract;
(4) write markdown table with URLs; (5) re-check citations;
(6) ranked list. Speed beats completeness — cut company two if
running long. Demo runs on real public data via cloud API — never
paste private/customer data. Fallback: no network → play
fallback-demo.mp4 and narrate the same beats over it (see
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contract,
same method: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What did you just see? Three things. A contract — rules, not a
prompt. An agent doing a loop — plan, act, check, correct. A
verifiable artefact — a ranked shortlist, every claim with a
source. And one more thing, the thread of the hour: context.
Supplied by you. Enforced by the contract. Checked by the loop.
That's the method — reusable for any partner-sourcing task. The
result is what a demo produces. The method is what you take home.
[Not read:] Point to resources slide for how to start trying it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usable immediately.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Contract first: define 'done' before
you start.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does qualified mean?" — defined in the contract: fit
  signal, innovation agenda, university links, each with evidence.
- Trying it themselves — resources slide; start with HRZ API.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2026-10-19T20:30:39Z</dcterms:created>
  <dcterms:modified xsi:type="dcterms:W3CDTF">2026-10-19T20:30:39Z</dcterms:modified>
</cp:coreProperties>
</file>