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23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23 Oct 2026 the true counts were 181 commits / 114 in the last
month / 14,221 papers / 306,811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23 Oct 2026,
keyword search over title/abstract of our own corpus
(docs/papers.json, 14,221 papers, regenerated today): agentic 140
(128 in 2026), lead-gen 36, strict intersection 2, broader 5,
context-aware 25.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14,088 → 14,221 this round
(arXiv 3-month catch-up, 133 new papers all ai-marketing; 21 unique
after dedup against the prior 14,088).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on GitHub, clone
your fork, cd in. The commands are on the slide. The brief, the
schema, the rubric, the validator: all there. Your task: in your
own clone, ingest two leads — real companies that could partner
with this chair. Score them with the published formula: gates
first, then the weighted sum. Run the validator; if it passes,
add, commit, push, and open a pull request. The chair reviews
submissions like papers. And the best ones join the real shortlist
for the Bachelor course next summer. Everything you saw today,
you now run yourself.
[Not read:] YOUR-USERNAME is the student's GitHub fork; the
upstream repo is github.com/tobias-weiss-ai-xr/marketing-research.
Fork button is top-right on GitHub. After forking, the clone URL
has the student's own username. The commit message is a pattern —
replace CompanyA, CompanyB with the real company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2026-10-24T11:00:14Z</dcterms:created>
  <dcterms:modified xsi:type="dcterms:W3CDTF">2026-10-24T11:00:14Z</dcterms:modified>
</cp:coreProperties>
</file>