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19/20.]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run the loop yourself: repo, rubric, validator —
you'll ingest and rate leads for the chair before the course ends.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~37 min — slightly over the 35 budget.
The flex is Step 2: its ~8 min estimate is padded; in the T1 run the
agent finished well inside it. If running behind: trim Define-the-
hunt (45 s), compress Providers to the HRZ line, skip the DNS aside
unless it bites. Q&amp;A is fixed at 10 min — bank questions with
"hold that for Q&amp;A". The BrowserMCP intermezzo inside Step 2 (~45 s:
why a real browser — LinkedIn, consent walls, logins) folds into
the walkthrough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Google gives
students a year of Google AI Plus free — verify with your
university email by the end of December. OpenRouter: one key, many
models, free tiers included. Ollama runs locally — free and
private. And the harnesses — OpenCode and pi — are the tools
behind today's live demo. If you take one thing from this slide:
start with HRZ.
One practical note on the network: if the campus Wi-Fi cannot
resolve opencode.ai, the fix — a public resolver or a hosts entry —
is in the HRZ one-pager. Thirty seconds of setup, then move on.
[Not read — DNS fix if opencode.ai does not resolve (hall Wi-Fi):]
Diagnose: `nslookup opencode.ai` fails while other pages load.
Fix A — resolver: set DNS on the Wi-Fi adapter to 1.1.1.1 +
8.8.8.8 (Windows: adapter → IPv4 → DNS; macOS: Network → Details →
DNS; Linux: NetworkManager → IPv4 → DNS); reconnect, retry.
Fix B — hosts entry (admin): resolve fresh via
`dig +short opencode.ai @1.1.1.1`, then append `&lt;IP&gt; opencode.ai`
to /etc/hosts (Linux/macOS) or C:\Windows\System32\drivers\etc\hosts
(Windows). Verified 19 Oct 2026: 172.65.90.20 (Cloudflare anycast,
.20–.23 all work) — re-verify at prep time, IPs can change.
Still failing → it is the firewall, not DNS → phone hotspot for
the demo machine; do not fight a deliberate campus block.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we go further: the workspace. Git is a lab notebook that
never forgets. Every change is a commit — who changed what, when,
down to the line. GitHub is the public copy; anyone can audit it —
including you. This lecture lives in one: the chair's
marketing-research repository. Inside: the corpus — more than
fourteen thousand marketing papers in a single file, over three
hundred thousand lines, each with title, authors, abstract, venue,
and a link. The history: more than one hundred fifty commits since
August — one researcher and the AI agents beside them, every commit
attributed — more than ninety in the last month alone. One rule
makes it trustworthy: generated files are never hand-edited, and a
validator runs before anything is committed. Your exercise lives in
the same repo, in the leads folder — same rules, same history. The
QR code on the right goes straight to the repository — scan it now
or after the session. One sentence to keep: if it isn't in the
repo, it didn't happen. If it is, you can check it.
[Not read:] BWL students may never have used git — the lab-notebook
framing is the point; hands-on comes in the leads exercise
(fork, commit, pull request). Numbers are thresholds, not snapshots:
on 20 Oct 2026 the true counts were 163 commits / 97 in the last
month / 14,067 papers / 301,847 lines. "&gt;X" stays true as counts
grow; only the rolling "last month" figure can decay. If probed,
re-read exact counts from `git rev-list` and `wc -l papers.yaml`.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corpus, public
on GitHub. More than fourteen thousand marketing papers — more
than eight thousand seven hundred published in 2026 alone. More
than a hundred papers mention agentic AI — more than ninety of
them from this year. More than thirty are about lead generation.
Now the intersection — papers that do both? Until a few weeks
ago: zero. Two rounds of targeted ingestion later, the strict
intersection is at least two — the Journal of Business Research,
then a second. Count the agent-aware field more broadly and it is
at least five. The field just opened, and the first position in it
is still free.
[Not read — honesty note if probed:] Slide shows lower bounds so
they stay true as the corpus grows. Exact snapshot 20 Oct 2026,
keyword search over title/abstract of our own corpus
(docs/papers.json, 14,067 papers, regenerated today): agentic 112
(100 in 2026), lead-gen 36, strict intersection 2, broader 5,
context-aware 22. Definitions: strict = substring 'agentic' AND
'lead generation'; broader = (agentic | ai agents | ai agent |
multi-agent | autonomous agents) AND (lead generation | lead
scoring | lead qualification | prospecting). Strict 2: the JBR
paper 'AI agents, agentic AI, and the future of sales' (2026) and
'The Augmented Rep' (IRJAEM, 2026). Broader adds GTM-Bench,
Governing Machines (SSRN), The Transformative Role of AI Agents in
Marketing (TechRxiv). Context-aware = 'context-aware' or
'contextual intelligence'. Corpus grew 14,065 → 14,067 this round
(TechRxiv Transformative Role; GENIE CRM, ISJEM) on top of 13 from
the prior round. All URLs resolve; all DOIs verified;
lower-evidence candidates excluded rather than inflating the count;
validation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 And in this
project the contract is not a document the agent might ignore — it
is the repository itself: schema, rubric, executable validator.
You'll see it in action in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the agent scores anything, we decide how scoring works.
Five criteria, each nought to five: fit — chair research fit;
region — Mittelhessen reachability; size — at least a thousand
employees; evidence — independent sources; timing — live signals
like expansion or sales hiring. Three candidate formulas. The
weighted sum: transparent — but compensatory. A five on fit can
hide a zero on evidence. The geometric mean: one zero sinks the
whole lead — harsh, and hard to explain to a dean. Our choice:
gates first — B2B, region reachable, at least one verified source
— then the weighted sum on the survivors. Exactly like the sector
guard two slides ago. Worked example: three point nine. And the
weights are not vibes — they are published in the repository, in
the same file you will edit. Disagree? Change them — in a pull
request, with reasons. That is what published context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ingest two leads into the chair's
repository — the same file, schema and validator you will use
yourself. Every claim with a source URL, scores per criterion,
gates first, then the weighted sum. And no fallback video: if
something breaks, I fix it live — that is the loop working. The
approach is trustworthy because it was tested agentically
beforehand — same task, same prompt, several timed runs.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Earlier I said contracts beat prompts —
here is what that means in practice. It is not a document the agent
reads at start and may ignore. It is the repository itself. One
source of truth: papers.yaml, fourteen thousand and sixty-seven
papers. Everything downstream is generated, never hand-edited.
Every change passes an executable validator before it is committed.
And your exercise lives in the same pattern: leads/leads.yaml —
schema, rubric, weights — and its own validator. Done does not mean
"looks finished". Done means the validator passes. One
critical-literacy point before we go on: every source in this repo
is self-reported by companies. A URL proves a claim exists; it does
not prove the claim is true. So the standing question today: whose
evidence is this?
[Not read:] The earlier approach — an AGENTS.md rules file — kept
getting ignored and drifting; structure plus executable validation
is what survived contact with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repo — schema, rubric, validator.
Here's the task.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[same beat — THE INTERMEZZO, pause &amp; explain:] "Why a real browser
and not just an API call? Because the richest lead sources are
protected. LinkedIn hides contacts behind a login. Half the
companies gate their site behind a cookie banner or an anti-bot
wall, and vendor pages sit in logged-in portals. A plain HTTP
request or a search API gets a '403' — or a consent wall it can't
click through. So the agent drives a real browser — log in, accept
the consent, scroll the page — a tool purpose-built for exactly the
sites where the good context lives. That's the MCP part: a browser
as one more tool the model can pick up."
[quick show — one protected page it just logged into:] "Watch it
open that profile. It didn't scrape a summary; it read the real
page — the context behind the wall is what we're after."
[Not read — honesty if probed:] The agent is rate-limited and
touches only public or already-authenticated pages; we never paste
private or customer data. If the wall blocks it, we name it and
move on — a fixed failure is the lesson.
[it scores] "It scores each lead against the rubric — fit signal,
one sentence, source alongside."
[on a mistake — pause, then:] "Hold on. It over-claimed. Stop.
Which URL says that?" [let it correct itself] "That
pause-and-correct is the loop in action."
[it runs the validator] "It re-checks its own citations and the
score math — the validator checks both. That's step five: verify."
[final table] "There's the shortlist — ranked, cited, validated.
Let's judge it with the three questions."
[Not read:] Steps: (1) open browser via MCP, search prospects;
(2) read real pages, extract fit signals; (3) score vs rubric;
(4) write leads/leads.yaml entries with URLs; (5) run
validate_leads.py, fix failures; (6) ranked table. Speed beats
completeness — cut lead two if running long. Demo runs on real
public data via cloud API — never paste private/customer data.
Tested beforehand: ≥2 timed agentic runs of this exact exercise
(demo/test-protocol.md). If it breaks live: debug on screen and
name it — a fixed failure is the lesson. No recording, no
fallback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repo, the
same rubric, the same validator: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Now it's your turn. The repo is public — fork it, clone it, open
the leads folder. The brief, the schema, the rubric, the
validator: all there. Your task: ingest two leads — real
companies that could partner with this chair. Score them with the
published formula: gates first, then the weighted sum. Run the
validator; if it passes, open a pull request. The chair reviews
submissions like papers. And the best ones join the real shortlist
for the Bachelor course next summer. Everything you saw today,
you now run yourself.
[Not read:] Replaces the old 'what you just saw' recap — that
content lives in the take-aways now. This slide is an action, not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and it grows with every student submission.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The repo is the contract — schema,
rubric, validator. Done is not 'looks finished'; done is the
validator passing.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is git?" — version control: every change is a commit with
  author, timestamp, exact diff; the repo's history is public — that
  is what makes the work auditable.
- "What does qualified mean?" — defined in the rubric
  (`leads/leads.yaml`): fit, region, size, evidence, timing, each
  0–5; gates first, then the published weighted sum.
- "What if the demo breaks?" — we debug it live; the approach was
  tested agentically beforehand (timed runs of the exact exercise).
- Trying it themselves — resources slide; start with HRZ API and the
  `leads/` folder in the repo.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2026-10-21T06:43:02Z</dcterms:created>
  <dcterms:modified xsi:type="dcterms:W3CDTF">2026-10-21T06:43:02Z</dcterms:modified>
</cp:coreProperties>
</file>