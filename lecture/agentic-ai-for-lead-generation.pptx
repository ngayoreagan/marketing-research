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it records who changed
what, when, down to the line. GitHub is the public copy of that
notebook; anyone can audit it — including you. This lecture lives
in such a repo: the chair's marketing-research repository. Inside
it: the corpus. Fourteen thousand and fifty-two marketing papers in
a single file — three hundred thousand lines — each with title,
authors, abstract, venue, and a link. The history: one hundred
fifty-eight commits since August — one researcher and the AI
agents beside them, every commit attributed — ninety-two in
the last month alone. And one rule that makes it trustworthy:
generated files are never hand-edited, and a validator runs before
anything is committed. Your exercise lives in the same repo, in
the leads folder — same rules, same history. One sentence to keep:
if it isn't in the repo, it didn't happen. If it is, you can check
it.
[Not read:] BWL students may never have used git — the lab-notebook
framing is the point; hands-on comes in the leads exercise
(fork, commit,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sixty-five marketing
papers. Eight thousand seven hundred and fifteen published in 2026
alone. One hundred and eleven papers mention agentic AI —
ninety-nine of them from this year. Thirty-five are about lead
generation. Now the intersection — papers that do both? Until a
few weeks ago, zero. A targeted round took it from zero to one —
the Journal of Business Research — and the latest round took it to
two. Two papers. That is the signal, not the wall: the field just
opened, and the first position in it is still free.
[Not read — honesty note if probed:] Counts are keyword search over
title/abstract of our own corpus (docs/papers.json, 14,065 papers,
regenerated today). Definitions: agentic = substring 'agentic';
lead-gen = substring 'lead generation'; context-aware =
'context-aware' or 'contextual intelligence'. Intersection is now
2: the JBR paper 'AI agents, agentic AI, and the future of sales'
(2026) and 'The Augmented Rep: Agentic AI Across the Enterprise
Sales Cycle' (IRJAEM, 2026), which explicitly lists 'lead
generation' among the sales activities agentic AI automates.
This round added 7 agentic×lead-gen-qualifying papers via OpenAlex
(SSRN Governing Machines; IMM Inbound sales management; JISEM
Autonomous CRM agents; IJRASET RAG lead generation; Springer Trade
Show Lead Matching; Zenodo Lead Qualification; IRJAEM Augmented
Rep) plus 6 agentic conversational-sales agents/benchmarks
(SmartSalesBench, Sales Research Agent &amp; Bench, Selling in the
Wild, Ottilie, Personality-Aware Salesperson Agents, Personalized
Conversational Sales Agents). All URLs resolve; all DOIs verified;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fifty-two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three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2026-10-20T08:24:04Z</dcterms:created>
  <dcterms:modified xsi:type="dcterms:W3CDTF">2026-10-20T08:24:04Z</dcterms:modified>
</cp:coreProperties>
</file>