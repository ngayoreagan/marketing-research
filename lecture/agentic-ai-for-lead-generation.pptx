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Good afternoon — thank you for having me. This session is about
agentic AI: what it is, and how to run it so its work is
trustworthy. Everything today maps onto one real task — helping
this chair find and qualify B2B partner companies. The shortlist
the agent produces is evidence for our Bachelor course Sales
Strategy and Execution next summer. Nothing here is an exercise.
It is the start of a deliverable. Let's begin.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[If preceding talker, bridge first:] You just heard about modern
marketing and sales in a digital world — agentic AI is the tooling
that puts exactly that into practice.
The chair partners with companies — for funding, for data, for
teaching cases. Finding and qualifying those partners is manual
work: slow, and it doesn't scale. Agentic AI can research
companies, score them, and rank them. And be clear: nobody needs
another lecture about chatbots. What you need is to recognise —
and judge — an agentic workflow, and to read the contract that
drives it. The demo produces a ranked list of partners, every claim
with a source. That list is the dataset the Bachelor course builds
on next year.
[jot: the "ranked list" is the handoff artefact — the
"output as input" promise. Protect it; it returns on slides 16/18.]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Here's the promise of the next forty-five minutes, in four rows.
You'll be able to explain what agentic means — and why it is not
a clever chatbot. You'll be able to read how a harness gives an AI
tools, rules, and a task. You'll be able to judge an agentic output
— checked? citable? repeatable? And you'll be able to reuse the
loop you see today: contract, run, verify. One headline before we
start: model is the brain, harness is the hands, workflow is the
muscles — and context is the memory. That part is yours.
[Not read — colour:] Row 5 is the thread of the whole talk:
intelligence is distributed — generation (model), execution
(harness), context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s · READ ALOUD
The map for the next thirty-five minutes: foundations first, then
the method, then the live walkthrough — the heart — and a short
reflection at the end. Ten minutes are reserved for your questions.
If one comes to you mid-talk, write it down — we'll get to it.
[Not read:] The notes sum to ~32 min; the gap to 35 is deliberate
buffer for transitions and demo hiccups. Q&amp;A is fixed at 10 min —
bank questions with "hold that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Let's clear up the most common confusion first. On the left: chat.
Question in, answer out. No tools, no files, no actions — a
conversation. On the right: an agent — a goal, a plan, tools,
verification, running inside a harness that grants it access to the
world: a browser, files, APIs. The amber loop in the middle is
where the work happens. The key point: agentic is not a smarter
ChatGPT. It is a difference in kind, not in size. The model can
touch the world, and it can check its own work. Keep this image —
it's the whole lecture in one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Three parts. The model — the brain. The harness — the piece this
lecture adds: an executable environment, permissions, memory — the
hands and the workspace. And the loop — what makes it agentic: it
plans, acts, checks, corrects itself. Two asides. First: a fourth
ingredient is deliberately not on this diagram — context, the
criteria and judgement the loop cannot invent for itself. That's
yours, and it comes back in two slides. Second: pi is the harness
you see in the demo. I use it mainly for its small memory footprint.
OpenCode and Claude Code are solid alternatives. Same model,
different results — the harness decides.
[Not read:] If asked why pi — small memory footprint; OpenCode and
Claude Code are solid alternatives.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Why now? The evidence — from this chair's own open research corpus,
public on GitHub. Fourteen thousand and fifty-two marketing papers.
Eight thousand seven hundred and six published in 2026 alone. One
hundred and ten papers mention agentic AI — ninety-eight of them
from this year. Thirty-two are about lead generation. Now the
intersection — papers that do both? Until a few weeks ago, zero.
We ran a targeted search round before this lecture: zero became
one. The first paper connecting agentic AI to lead generation
landed in the Journal of Business Research at the start of this
year. One paper. That is the signal, not the wall: the field just
opened, and the first position in it is still free.
[Not read — honesty note if probed:] Counts are keyword search over
title/abstract of our own corpus (docs/papers.json, 14,052 papers,
regenerated 19 Oct 2026). Intersection went 0→1 when the gap round
added 8 verifiable papers (JBR agentic-sales 2026; SSRN telemarketing
field study 2026; SSRN MCP-orchestrated B2B prospecting 2026;
GTM-Bench 2026; arXiv 2503.23303 / 2509.04871 / 2510.21713 /
2511.01181). The corpus gap was real but closing — never claim an
empty field, claim the lead.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This is the central mental model of the lecture. A prompt is how
you ask a chat: a question, in one go. A contract is how you run an
agent: it lives in the repository, it's versioned, it says what
'done' means. And the third piece: context. The contract is a
container for context — the chair's criteria, the sources we trust,
our judgement, the history of partnerships. Without it, the agent
is a brilliant generalist with no idea what 'good' means here. A
prompt turns an idea-generator into a conversation. A contract
turns it into a reproducible research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 min · READ ALOUD
Let's make it concrete — a lead-generation loop as an agentic
workflow. Read it left to right. [point to each box as you say it]
DEFINE — you: the blue box. What does a good partner look like for
this chair? SOURCE — where do we hunt? QUALIFY — does this company
fit? RECORD — capture every claim with its source. VERIFY — check
those sources say what we think they say. OUTPUT — a ranked list,
judged by a human. The agent runs the middle four steps. You own
the first and the last — and you know why from the slide before:
those two boxes are where the context lives. The amber line along
the bottom: what you learn on a run feeds back to tighten the
contract for the next run. The agent stays inside the loop. The
human stays in charge.
[Not read:] DEFINE injects context (criteria, sector, guard rails);
EVALUATE judges with context (the three questions). Next slide makes
DEFINE concrete — the sector choice, still human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Before the agent does anything, a human decides where to hunt.
Look at the table: five criteria, scored one to five, plus one hard
guard. Our first default — grocery retail — fails the guard: lead
generation there is a consumer, demand-gen game, not a
sales-strategy one. Optics came close. Mechanical and plant
engineering wins on every axis. That's the sector you'll see in the
demo. And notice what just happened: the AI did not choose the
sector. We did. Choosing target segments is a core sales-strategy
decision — one we can teach in the Bachelor course.
[Not read:] This is the DEFINE box made concrete; guards the claim
the walkthrough is human-steered, not agent-chosen.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The live walkthrough. Task: build the partner-candidate shortlist
— top ten B2B companies. Live today, two of them; the method is
what matters. Each company gets a fit signal in one sentence, every
claim carries a source URL, the output is ranked. That shortlist is
evidence for the Bachelor course next year. No hands-on today —
this is a walkthrough. I run it in the harness live; what you see
is what the agent does. Watch what happens — and what doesn't.
Let's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Step one: the contract. The file the agent reads every time it
starts — and it's in this repository, open to you. Look at what a
contract contains: a goal, criteria, sources, an output format,
rules. The natural instinct is that you prompt an AI by typing a
question. You don't. You start by writing rules. One
critical-literacy point before we go on: every source this contract
lists is self-reported by the companies. A URL proves a claim
exists; it does not prove the claim is true. So the standing
question today is: whose evidence is this?
[Not read:] The live file is lecture/demo/AGENTS.md; full kickoff
prompt + narration: lecture/demo/demo-script.md.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~8 min live action — spoken play-by-play, in this order:
[agent starts] "I'm introducing the agent the way I'd introduce a
new colleague: here's the contract, here's the task — show me your
plan first."
[it plans] "Watch the plan — it maps one-to-one onto the six boxes
from the pipeline slide."
[it opens the browser] "There it is — it can touch the world; that's
what agentic means. It's reading the companies' own pages. Right
now it is absorbing our context — the criteria it could not invent
for itself."
[it scores] "It scores each company against the contract — fit
signal, one sentence, source alongside."
[on a mistake — pause, then:] "Hold on. It over-claimed. Stop.
Which URL says that?" [let it correct itself] "That
pause-and-correct is the loop in action."
[it re-checks citations] "It's re-checking its own citations — do
those URLs resolve? That's step five: verify."
[final table] "There's the shortlist — ranked, cited. Let's judge it
with the three questions."
[Not read:] Steps: (1) open browser via MCP, search prospects;
(2) read real pages, extract fit signals; (3) score vs contract;
(4) write markdown table with URLs; (5) re-check citations;
(6) ranked list. Speed beats completeness — cut company two if
running long. Demo runs on real public data via cloud API — never
paste private/customer data. Fallback: no network → play
fallback-demo.mp4 and narrate the same beats over it (see
demo/demo-script.md).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The last step of the walkthrough: judge the output with three
questions. Checked — did the agent verify its output, or just
generate it? Citable — does every claim carry a URL that resolves
and supports the sentence? Repeatable — re-run the same contract,
same method: a result you can audit. All three guard context.
Checked guards against invented context. Citable guards against
untraceable context. Repeatable guards against lost context. If the
output passes, it's a deliverable. If not, it's a draft. Same
discipline as verifying a prospect's claims before you sign.
Verify before you trust.
[Not read:] Repeatability is process-level, not byte-identical
output — models are stochastic, the method is re-runnable. Sales
connection: you verify a prospect's claims before signing.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What did you just see? Three things. A contract — rules, not a
prompt. An agent doing a loop — plan, act, check, correct. A
verifiable artefact — a ranked shortlist, every claim with a
source. And one more thing, the thread of the hour: context.
Supplied by you. Enforced by the contract. Checked by the loop.
That's the method — reusable for any partner-sourcing task. The
result is what a demo produces. The method is what you take home.
[Not read:] Point to resources slide for how to start trying it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What does the chair get out of this? Four things. A reproducible
partner-sourcing method — not a one-off search. A ranked, sourced
shortlist — usable immediately. Students who can run agentic
workflows — a real CV skill; that's what companies hire for now.
And an evidence base for the Bachelor course Sales Strategy and
Execution next summer. One note: everything here is open and
reusable — you can take this method into internships and theses.
The lecture is not the output. The shortlist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~1.25 min · READ ALOUD
What can you use as a student, starting tomorrow? Best option
first: the JLU HRZ API-Service. Free LLMs for every university
member — locally hosted Qwen models with up to a million tokens of
context, plus commercial models. Access by emailing
ki@uni-giessen.de; works with OpenCode out of the box. Google gives
students a year of Google AI Plus free — verify with your
university email by the end of December. OpenRouter: one key, many
models, free tiers included. Ollama runs locally — free and
private. And the harnesses, OpenCode and pi, are what you've seen
today. If you take one thing from this slide: start with HRZ.
[Not read — for questions:] Google deal redeem by Dec 31 2026,
SheerID verification; OpenCode via LiteLLM provider block
(baseURL api.hrz.uni-giessen.de) or Claude Code via
ANTHROPIC_BASE_URL.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Five lines to take home. Agentic is a working environment, not a
chatbot. A harness is a model plus tools plus rules — that's what
makes AI work accountable. Contract first: define 'done' before
you start. Verify, cite, repeat — the three questions. And the one
to remember: context beats compute. A small model with your
context beats a big model with none. Next summer, this shortlist
becomes the Bachelor course's input — the chair decides what it
feeds.
[Not read:] Take-away 5 is the portable one-liner; it reframes the
lecture beyond today's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OPTIONAL read — the list stays up on screen either way.
"Everything on this slide is public and reusable — the links are in
the deck. Two are worth starting with: the HRZ API-Service, and the
research corpus that today's evidence came from. Fork it — it's a
skeleton you can grow into your own corpus."
[If you only say one sentence:] "All links are in the deck — the
corpus and the one-pager are where I'd start."
[Not read:] Lead with HRZ API-Service (free, university-provided).
Google link repeats the providers slide so it survives sharing.
marketing-research = evidence base of the "why now" slides;
skeleton-research = forkable starter for a student's own curated
corpus; hrz-access-one-pager.md = student quick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10 min Q&amp;A — closing words first, then moderation.
[Closing, ~15 s · READ ALOUD:] "Thank you for listening — and for
the questions you've banked. Let's hear them, one at a time."
[Each answer — keep it short, one idea, then ask the next person.]
Prepared answers you're likely to reach for:
- Model choice — the demo runs on **big pickle**; the harness is
  model-agnostic — pi switches model with Ctrl+L. Cost is why we
  pick cheap models with tight contracts, not size.
- "Is this just a fancy search engine?" — search returns matches;
  this returns judgements, because the contract carries the chair's
  context and every judgement is source-traceable. Context is the
difference — and it's yours, not the model's.
- "Is the output reproducible?" — same contract, same method:
  auditable, re-runnable; never promised byte-identical, models are
  stochastic.
- Data privacy — local models (Ollama, HRZ Qwen) if it matters;
  today's demo is public data only.
- "What does qualified mean?" — defined in the contract: fit
  signal, innovation agenda, university links, each with evidence.
- Trying it themselves — resources slide; start with HRZ API.
[Hard stop at 16:00 — the course's Übung starts in this room right
after; the ten minutes belong to the students, never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Lead Generation</dc:title>
  <dc:subject>PptxGenJS Presentation</dc:subject>
  <dc:creator>Created by Marp</dc:creator>
  <cp:lastModifiedBy>Created by Marp</cp:lastModifiedBy>
  <cp:revision>1</cp:revision>
  <dcterms:created xsi:type="dcterms:W3CDTF">2026-10-19T21:42:52Z</dcterms:created>
  <dcterms:modified xsi:type="dcterms:W3CDTF">2026-10-19T21:42:52Z</dcterms:modified>
</cp:coreProperties>
</file>