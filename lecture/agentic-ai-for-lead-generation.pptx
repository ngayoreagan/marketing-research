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~38 min — slightly over the 35 budget.
The flex is Step 2: its ~8 min estimate is padded; in the T1 run the
agent finished well inside it. If running behind: trim Define-the-
hunt (45 s), compress Providers and the corpus slide to the HRZ line, skip the DNS aside
unless it bites.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Second,
OpenCode Zen lists free models — Big Pickle (a stealth model, free
for now) and Beam Free (Reflection's open-weight 501-billion model,
also free, with a one-million-token context). One privacy caveat:
Big Pickle's provider may train on your input; Beam Free and the
HRZ local models do not. So never paste private, customer, or
unpublished research data into a model that trains on user input —
for sensitive work, use HRZ or run Ollama on your own laptop.
Google gives students a year of Google AI Plus free — verify with
your university email by the end of December. OpenRouter: one key,
many models, free tiers included. And the harnesses — OpenCode and
pi — are the tools behind today's live demo.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Two things to know about your tools. First, the corpus: the agent
searches more than fourteen thousand marketing papers — title,
authors, abstract, venue, URL for each. A single lead-generation
pass is dozens of model calls, so the rate limit matters. Second,
the limits. HRZ is free for JLU members with no published cap —
start there. OpenCode Zen's free models run about fifteen to
twenty requests per minute, and the four-twenty-nine is silent —
no retry-after header, so the agent just waits and retries.
Google's student plan gives you roughly ninety prompts a day with
Gemini 3 Flash on the AI Plus tier, refreshing every five hours.
OpenRouter's free tier is limited; pay-as-you-go lifts the cap.
And Ollama running locally has no API limit — you are bounded by
your own hardware. For learning, any free tier is fine. For a real
run, start with HRZ.
[Not read — honesty note if probed:] Corpus numbers are lower
bounds (&gt;14,000, &gt;150 commits since Aug 2026, &gt;90 last month);
exact snapshot 25 Oct 2026 in the workspace slide. Rate limits
verified 21 Oct 2026: OpenCode Zen ~15–20 RPM (GitHub
lidge-jun/opencodex#1145, freetokens.fyi); Google AI Plus ~90
prompts/day Gemini 3 Flash (9to5Google, Jan 2026); HRZ has no
published rate limit on the model hub page
(api.hrz.uni-giessen.de/ui/model_hub_table). Ollama is local —
bounded by VRAM and tokens/sec.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25 Oct 2026 the true counts were 183 commits / 116 in the last
month / 15,495 papers / 348,269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25 Oct 2026,
keyword search over title/abstract of our own corpus
(docs/papers.json, 15,495 papers, regenerated today): agentic 163
(151 in 2026), lead-gen 46, strict intersection 2, broader 6,
context-aware 26.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Calibrating Professional Discretion in
AI-Supported B2B Selling (RaFT, 2026-09). Context-aware = 'context-aware' or
'contextual intelligence'. Corpus grew 14,222 → 15,495 this round
(OpenAlex bulk: +1,276 across all 11 categories; 3 junk entries removed
— a hardware board and 2 off-topic editorials).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on GitHub, clone
your fork, cd in. The commands are on the slide. The brief, the
schema, the rubric, the validator: all there. Your task: in your
own clone, ingest two leads — real companies that could partner
with this chair. Score them with the published formula: gates
first, then the weighted sum. Run the validator; if it passes,
add, commit, push, and open a pull request. The chair reviews
submissions like papers. And the best ones join the real shortlist
for the Bachelor course next summer. Everything you saw today,
you now run yourself.
[Not read:] YOUR-USERNAME is the student's GitHub fork; the
upstream repo is github.com/tobias-weiss-ai-xr/marketing-research.
Fork button is top-right on GitHub. After forking, the clone URL
has the student's own username. The commit message is a pattern —
replace CompanyA, CompanyB with the real company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2026-10-25T00:33:03Z</dcterms:created>
  <dcterms:modified xsi:type="dcterms:W3CDTF">2026-10-25T00:33:03Z</dcterms:modified>
</cp:coreProperties>
</file>