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~38 min — slightly over the 35 budget.
The flex is Step 2: its ~8 min estimate is padded; in the T1 run the
agent finished well inside it. If running behind: trim Define-the-
hunt (45 s), compress Providers and the corpus slide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Two things to know about your tools. First, the corpus: the agent
searches more than fourteen thousand marketing papers — title,
authors, abstract, venue, URL for each. A single lead-generation
pass is dozens of model calls, so the rate limit matters. Second,
the limits. HRZ is free for JLU members with no published cap —
start there. OpenCode Zen's free models run about fifteen to
twenty requests per minute, and the four-twenty-nine is silent —
no retry-after header, so the agent just waits and retries.
Google's student plan gives you roughly ninety prompts a day with
Gemini 3 Flash on the AI Plus tier, refreshing every five hours.
OpenRouter's free tier is limited; pay-as-you-go lifts the cap.
And Ollama running locally has no API limit — you are bounded by
your own hardware. For learning, any free tier is fine. For a real
run, start with HRZ.
[Not read — honesty note if probed:] Corpus numbers are lower
bounds (&gt;14,000, &gt;150 commits since Aug 2026, &gt;90 last month);
exact snapshot 20 Oct 2026 in the workspace slide. Rate limits
verified 21 Oct 2026: OpenCode Zen ~15–20 RPM (GitHub
lidge-jun/opencodex#1145, freetokens.fyi); Google AI Plus ~90
prompts/day Gemini 3 Flash (9to5Google, Jan 2026); HRZ has no
published rate limit on the model hub page
(api.hrz.uni-giessen.de/ui/model_hub_table). Ollama is local —
bounded by VRAM and tokens/sec.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on GitHub, clone
your fork, cd in. The commands are on the slide. The brief, the
schema, the rubric, the validator: all there. Your task: in your
own clone, ingest two leads — real companies that could partner
with this chair. Score them with the published formula: gates
first, then the weighted sum. Run the validator; if it passes,
add, commit, push, and open a pull request. The chair reviews
submissions like papers. And the best ones join the real shortlist
for the Bachelor course next summer. Everything you saw today,
you now run yourself.
[Not read:] YOUR-USERNAME is the student's GitHub fork; the
upstream repo is github.com/tobias-weiss-ai-xr/marketing-research.
Fork button is top-right on GitHub. After forking, the clone URL
has the student's own username. The commit message is a pattern —
replace CompanyA, CompanyB with the real company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2026-10-22T09:00:13Z</dcterms:created>
  <dcterms:modified xsi:type="dcterms:W3CDTF">2026-10-22T09:00:13Z</dcterms:modified>
</cp:coreProperties>
</file>