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it records who changed
what, when, down to the line. GitHub is the public copy of that
notebook; anyone can audit it — including you. This lecture lives
in such a repo: the chair's marketing-research repository. Inside
it: the corpus. Fourteen thousand and sixty-seven marketing papers
in a single file — three hundred thousand lines — each with title,
authors, abstract, venue, and a link. The history: one hundred
sixty-three commits since August — one researcher and the AI
agents beside them, every commit attributed — ninety-seven in the
last month alone. And one rule that makes it trustworthy:
generated files are never hand-edited, and a validator runs before
anything is committed. Your exercise lives in the same repo, in
the leads folder — same rules, same history. One sentence to keep:
if it isn't in the repo, it didn't happen. If it is, you can check
it.
[Not read:] BWL students may never have used git — the lab-notebook
framing is the point; hands-on comes in the leads exercise
(fork, commit, pull request). Commit counts (163 / 97) and corpus
size (14,067) are a prep-date snapshot (20 Oct 2026) — they drift
with every commit; if asked, re-read them from `git rev-list`
beneath/next to the lectern rather than quoting stale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sixty-seven marketing
papers. Eight thousand seven hundred and sixteen published in 2026
alone. One hundred and twelve papers mention agentic AI — one
hundred of them from this year. Thirty-six are about lead
generation. Now the intersection — papers that do both? Until a
few weeks ago, zero. Two rounds of targeted ingestion took the
strict intersection from zero to one — the Journal of Business
Research — and then to two. Count the agent-aware field more
broadly and it's already five. The field just opened, and the
first position in it is still free.
[Not read — honesty note if probed:] Counts are keyword search over
title/abstract of our own corpus (docs/papers.json, 14,067 papers,
regenerated today). Definitions: strict intersection = substring
'agentic' AND 'lead generation'; broader agent-aware × lead-ops =
(agentic | ai agents | ai agent | multi-agent | autonomous agents)
AND (lead generation | lead scoring | lead qualification | prospecting).
Strict intersection is 2: the JBR paper 'AI agents, agentic AI, and
the future of sales' (2026) and 'The Augmented Rep: Agentic AI
Across the Enterprise Sales Cycle' (IRJAEM, 2026), which lists lead
generation among the sales activities agentic AI automates. The
broader set adds GTM-Bench, Governing Machines (SSRN), and The
Transformative Role of AI Agents in Marketing (TechRxiv). Context-
aware = 'context-aware' or 'contextual intelligence'. Corpus grew
14,065 → 14,067 this round (The Transformative Role of AI Agents in
Marketing, TechRxiv 2025; GENIE CRM, ISJEM 2026) on top of the 13
from the prior round (6 agentic conversational-sales benchmarks +
7 agentic×lead-gen via OpenAlex). All URLs resolve; all DOIs
verified; lower-evidence Zenodo/empty-abstract candidates were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2026-10-20T20:48:17Z</dcterms:created>
  <dcterms:modified xsi:type="dcterms:W3CDTF">2026-10-20T20:48:17Z</dcterms:modified>
</cp:coreProperties>
</file>