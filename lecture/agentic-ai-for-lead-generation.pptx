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it records who changed
what, when, down to the line. GitHub is the public copy of that
notebook; anyone can audit it — including you. This lecture lives
in such a repo: the chair's marketing-research repository. Inside
it: the corpus. Fourteen thousand and fifty-two marketing papers in
a single file — three hundred thousand lines — each with title,
authors, abstract, venue, and a link. The history: one hundred
fifty-eight commits since August, five contributors, ninety-two in
the last month alone. And one rule that makes it trustworthy:
generated files are never hand-edited, and a validator runs before
anything is committed. Your exercise lives in the same repo, in
the leads folder — same rules, same history. One sentence to keep:
if it isn't in the repo, it didn't happen. If it is, you can check
it.
[Not read:] BWL students may never have used git — the lab-notebook
framing is the point; hands-on comes in the leads exercise
(fork, commit,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fifty-two marketing papers.
Eight thousand seven hundred and six published in 2026 alone. One
hundred and ten papers mention agentic AI — ninety-eight of them
from this year. Thirty-two are about lead generation. Now the
intersection — papers that do both? Until a few weeks ago, zero.
We ran a targeted search round before this lecture: zero became
one. The first paper connecting agentic AI to lead generation
landed in the Journal of Business Research at the start of this
year. One paper. That is the signal, not the wall: the field just
opened, and the first position in it is still free.
[Not read — honesty note if probed:] Counts are keyword search over
title/abstract of our own corpus (docs/papers.json, 14,052 papers,
regenerated 19 Oct 2026). Intersection went 0→1 when the gap round
added 8 verifiable papers (JBR agentic-sales 2026; SSRN telemarketing
field study 2026; SSRN MCP-orchestrated B2B prospecting 2026;
GTM-Bench 2026; arXiv 2503.23303 / 2509.04871 / 2510.21713 /
2511.01181). The corpus gap was real but closing — never claim an
empty field, claim the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fifty-two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three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2026-10-20T05:24:25Z</dcterms:created>
  <dcterms:modified xsi:type="dcterms:W3CDTF">2026-10-20T05:24:25Z</dcterms:modified>
</cp:coreProperties>
</file>