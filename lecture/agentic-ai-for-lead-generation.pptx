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data from the chair's own open corpus
(marketing-research, public on GitHub). Agentic papers exist, lead-gen
papers exist, but the intersection is literally ZERO — say that number
out loud: a research gap AND a practical opportunity. Method note for Q&amp;A: literal
keyword matches on title+abstract — papers about "AI agents" or
"prospecting" without the word "agentic" are not counted, and ~423
entries have no abstract, so the counts are conservative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 The next slide makes
DEFINE concrete: the sector choice —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Before the agent acts, a human decides the hunting ground — the
DEFINE box, made concrete. Five criteria, scored 1–5, one hard guard.
Our first default — grocery retail — failed the guard: lead generation
there is a B2C, demand-gen game, not a sales-strategy one. Optics came
close; mechanical &amp; plant engineering wins on every axis. This is the
sector you are about to see in the demo.
Sales-strategy beat: choosing target segments is a core sales-strategy
decision — a method the Bachelor course can lift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11–14;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
Fallback: if the run fails (network/API/browser), show the untouched
recording of the same contract run (fallback-demo.mp4) and narrate over
it — full procedure in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(the demo runs on **big pickle**; the
harness is model-agnostic —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2026-10-18T09:31:49Z</dcterms:created>
  <dcterms:modified xsi:type="dcterms:W3CDTF">2026-10-18T09:31:49Z</dcterms:modified>
</cp:coreProperties>
</file>