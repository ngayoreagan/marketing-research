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16/18.]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be able to reuse the
loop you see today: contract, run, verify.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~32 min; the gap to 35 is deliberate
buffer for transitions and demo hiccups. Q&amp;A is fixed at 10 min —
bank questions with "hold that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pi is the harness
you see in the demo. I use it mainly for its small memory footprint.
OpenCode and Claude Code are solid alternatives. Same model,
different results — the harness decides.
[Not read:] If asked why pi — small memory footprint; OpenCode and
Claude Code are solid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research corpus,
public on GitHub. Fourteen thousand and forty-four marketing
papers. Eight thousand seven hundred and two published in 2026
alone. One hundred and seven papers mention agentic AI — ninety-
five of them from this year alone. Thirty-one are about lead
generation. The intersection — papers that do both? Zero.
Twenty-three papers are context-aware — all in attribution and
personalisation; none touch agentic work. The triple intersection
is empty — inside this corpus. One honest qualification: outside
this corpus, the wave has already started — the first academic
papers on agentic sales agents appeared in 2025 and 2026, and the
AI-SDR industry is booming. But those are telemarketing studies
and conceptual frameworks. None of them does what you're about to
see: a contract-governed, citation-verified agentic loop, run for
a university chair's partner sourcing. The window is open — and
that empty cell is this chair's to fill.
[Not read — honesty note if probed:] Counts are keyword search over
title/abstract of our own corpus (docs/papers.json, regenerated 19
Oct 2026) — a heuristic, not a citation index. The zero is
corpus-internal and survives every lead-gen variant we tried.
Externally the field began 2025/26: JBR special issue "AI agents,
agentic AI, and the future of sales" (2026); SSRN telemarketing
field study, 7.41M interactions (2026); SSRN MCP-orchestrated B2B
prospecting framework (2026); GTM-Bench (2026); arXiv 2503.23303,
2510.21713, 2511.01181. If probed: we claim the corpus gap, not a
blank slate.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build the partner-candidate shortlist
— top ten B2B companies. Live today, two of them; the method is
what matters. Each company gets a fit signal in one sentence, every
claim carries a source URL, the output is ranked. That shortlist is
evidence for the Bachelor course next year. No hands-on today —
this is a walkthrough. I run it in the harness live; what you see
is what the agent does. Watch what happens — and what doesn't.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The file the agent reads every time it
starts — and it's in this repository, open to you. Look at what a
contract contains: a goal, criteria, sources, an output format,
rules. The natural instinct is that you prompt an AI by typing a
question. You don't. You start by writing rules. One
critical-literacy point before we go on: every source this contract
lists is self-reported by the companies. A URL proves a claim
exists; it does not prove the claim is true. So the standing
question today is: whose evidence is this?
[Not read:] The live file is lecture/demo/AGENTS.md; full kickoff
prompt + narration: lecture/demo/demo-script.md.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contract, here's the task —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[it scores] "It scores each company against the contract — fit
signal, one sentence, source alongside."
[on a mistake — pause, then:] "Hold on. It over-claimed. Stop.
Which URL says that?" [let it correct itself] "That
pause-and-correct is the loop in action."
[it re-checks citations] "It's re-checking its own citations — do
those URLs resolve? That's step five: verify."
[final table] "There's the shortlist — ranked, cited. Let's judge it
with the three questions."
[Not read:] Steps: (1) open browser via MCP, search prospects;
(2) read real pages, extract fit signals; (3) score vs contract;
(4) write markdown table with URLs; (5) re-check citations;
(6) ranked list. Speed beats completeness — cut company two if
running long. Demo runs on real public data via cloud API — never
paste private/customer data. Fallback: no network → play
fallback-demo.mp4 and narrate the same beats over it (see
demo/demo-script.md).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contract,
same method: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What did you just see? Three things. A contract — rules, not a
prompt. An agent doing a loop — plan, act, check, correct. A
verifiable artefact — a ranked shortlist, every claim with a
source. And one more thing, the thread of the hour: context.
Supplied by you. Enforced by the contract. Checked by the loop.
That's the method — reusable for any partner-sourcing task. The
result is what a demo produces. The method is what you take home.
[Not read:] Point to resources slide for how to start trying it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usable immediately.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Google gives
students a year of Google AI Plus free — verify with your
university email by the end of December. OpenRouter: one key, many
models, free tiers included. Ollama runs locally — free and
private. And the harnesses, OpenCode and pi, are what you've seen
today. If you take one thing from this slide: start with HRZ.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Contract first: define 'done' before
you start.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does qualified mean?" — defined in the contract: fit
  signal, innovation agenda, university links, each with evidence.
- Trying it themselves — resources slide; start with HRZ API.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2026-10-19T21:13:24Z</dcterms:created>
  <dcterms:modified xsi:type="dcterms:W3CDTF">2026-10-19T21:13:24Z</dcterms:modified>
</cp:coreProperties>
</file>