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20 Oct 2026,
keyword search over title/abstract of our own corpus
(docs/papers.json, 14,067 papers, regenerated today): agentic 112
(100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14,065 → 14,067 this round
(TechRxiv Transformative Role; GENIE CRM, ISJEM) on top of 13 from
the prior round.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2026-10-21T05:09:18Z</dcterms:created>
  <dcterms:modified xsi:type="dcterms:W3CDTF">2026-10-21T05:09:18Z</dcterms:modified>
</cp:coreProperties>
</file>