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Welcome. What this lecture is: what agentic AI is, and how
to operate it through a harness. Everything we do maps to one real
task: helping the chair find and qualify B2B partner companies.
The results feed the Bachelor course "Sales Strategy and Execution" —
next summer semester, the chair decides what and how much to take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Bridge from the preceding part first: you just heard about
modern marketing &amp; sales in a digital world — agentic AI is the tooling
that operationalises exactly that. Then set the concrete goal: by the
end you can RECOGNISE and judge an agentic workflow — and read the
contract that drives it.
The artefact shown in the walkthrough (a ranked lead list with sources)
becomes evidence the Bachelor course "Sales Strategy and Execution"
may build on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Read the rows top to bottom; each becomes a section of the
lecture. Row 4 notes there is no hands-on today — the walkthrough
models the method; trying it yourself is the exercise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s) Show the arc; the walkthrough (block 3) is where the method
becomes visible. Q&amp;A is a fixed 10-minute block at the end — bank
questions during the talk ("hold that for Q&amp;A") to protect the timing.
The per-slide notes sum to ~32 min; the gap to 35 is deliberate
buffer for transitions and demo hiccups.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Left: chat — question in, answer out, no tools, no files.
Right: agent — a goal, a plan, tools, verification, inside a harness
that grants access. The amber loop is where the work happens.
The students' common misconception: "agentic = a smarter ChatGPT".
Set it straight here: it is a difference in kind — the model can
touch the world (browser, files, APIs) and check its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(2.5 min) Keep it simple. The model is the part students already know.
The harness is the missing piece this lecture adds: an executable
environment (terminal, browser, files) + permissions + memory.
The loop is what makes it "agentic": it iterates, checks, corrects.
Why pi as my default today: smaller memory footprint — the honest
reason, not because the other harnesses are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Ground the hype in data from the chair's own open corpus
(marketing-research, public on GitHub). Agentic papers exist, lead-gen
papers exist, but the intersection is literally ZERO — say that number
out loud: a research gap AND a practical opportunity. 2026 alone
produced 7,771 of the 13,096 papers. Method note for Q&amp;A: literal
keyword matches on title+abstract — papers about "AI agents" or
"prospecting" without the word "agentic" are not counted, and ~390
entries have no abstract, so the counts are conservative lower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The central mental model of the lecture: prompts are how you
ask a chat; contracts are how you run an agent. A contract lives in
the repo, is versioned, and says what done means. This is what turns
an AI "idea generator" into a reproducible research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 min) Walk the diagram left to right: DEFINE (human, blue) → SOURCE
→ QUALIFY → RECORD → VERIFY → OUTPUT (human, green). The agent runs
the middle four; the human sets criteria and judges the result. The
amber feedback line: what you learn from a run updates the contract —
you edit the criteria before the next run; the agent stays inside the
loop, the human stays in charge. This exact pipeline is what the
walkthrough demonstrates live in the next block. The next slide makes
DEFINE concrete: the sector choice —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(45 s) Before the agent acts, a human decides the hunting ground — the
DEFINE box, made concrete. Five criteria, scored 1–5, one hard guard.
Our first default — grocery retail — failed the guard: lead generation
there is a B2C, demand-gen game, not a sales-strategy one. Optics came
close; mechanical &amp; plant engineering wins on every axis. This is the
sector you are about to see in the demo.
Sales-strategy beat: choosing target segments is a core sales-strategy
decision — a method the Bachelor course can lift next summer semester.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Frame the demo: no hands-on today, a walkthrough instead. The
task mirrors the one the Bachelor course "Sales Strategy and Execution"
may pick up next summer semester. We watch the
harness do steps 2-5 live; I narrate what happens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Show the contract as the first artifact — the live file is
lecture/demo/AGENTS.md in this repo. The students see that "prompting"
an agent starts with writing rules, not typing a question. Full demo
narration + kickoff prompt: lecture/demo/demo-script.md.
Critical-literacy beat: every source the contract lists — company
sites, press, registries — is self-reported or promotional. A URL
proves a claim EXISTS, not that it is TRUE. Ask: whose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(8 min) THE core demo — part of the ~13 min walkthrough block
(slides 11–14; full narration timeline in demo/demo-script.md).
Run the analysis loop live in pi. Narrate:
(1) it opens the browser via MCP/BrowserMCP, searches for prospect
companies; (2) it reads real pages and extracts fit signals; (3) it
scores against the contract; (4) it writes a markdown table with URLs;
(5) it re-checks its own citations; (6) it produces the ranked list.
The visual loop is on the pipeline slide before — reference it so
students map what they see to the six boxes. Strategy: use a small
real example (2-3 companies, one industry) — speed beats completeness.
Show a mistake on purpose if possible: pause, let the agent correct —
that IS the "loop". One line on data handling: the demo runs on real,
public company data through a cloud API — fine here; never paste
private or customer data into a commercial harness.
Fallback: if the run fails (network/API/browser), show the untouched
recording of the same contract run (fallback-demo.mp4) and narrate over
it — full procedure in demo/demo-script.md.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(2 min) Apply the three-question bar to the just-seen output. If it
passes, it is a deliverable; if not, it is a draft. This turns the
demo result into the artefact a Bachelor course can build on next summer semester.
Repeatability is process-level, not byte-identical output — the model
is stochastic; the method is re-runnable and auditable. And "citable"
means the URL resolves AND supports the sentence. Sales connection:
you verify a prospect's claims before you sign — same discipline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Close the walkthrough: the students take away the METHOD, not
just the result. The contract + three questions are the transferable
part; the harness is a tool they can try themselves afterwards.
Point to resources slide for how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(1.5 min) Make the value exchange explicit — why the chair invested in
this guest lecture. Also honest note: the method is open and reusable;
students may embed it in internships and 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(1.25 min) Practical slide — what students can use NOW. Lead with the
JLU HRZ API-Service: free LLM endpoints for all JLU members (Qwen
256K–1M ctx + commercial); access via ki@uni-giessen.de; OpenCode via
LiteLLM (baseURL api.hrz.uni-giessen.de) or Claude Code via
ANTHROPIC_BASE_URL. Google: 12 months free AI Plus, verify via
SheerID, redeem by Dec 31 2026. OpenRouter: one key, many models,
pay-as-you-go. Ollama: local + free + private. Harnesses: OpenCode and
pi are what the walkthrough just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 min) Recap the four take-aways. Close the loop: the artefact —
the ranked shortlist — is the evidence base for the Bachelor course
"Sales Strategy and Execution" next summer semester; the chair decides
what and how much to use. That is the "output as input" promise from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(30 s) Do not read aloud; everything here is public and re-usable.
Lead with HRZ API-Service — it is the free, university-provided LLM
access for students (request a key via ki@uni-giessen.de; OpenCode
works with a LiteLLM provider pointing at api.hrz.uni-giessen.de).
The Google link repeats the providers slide's key offer so it
survives on its own (e.g. when the slide is shared). The
marketing-research corpus is the evidence base for the "why now"
slides; skeleton-research is what a student can fork to run their own
curated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(10 min) Q&amp;A + apply the three questions to the walkthrough result.
Likely questions: model choice (the demo runs on **big pickle**; the
harness is model-agnostic — pi switches model with Ctrl+L), costs (cheap
models + tight contracts), data
privacy (local models), what "qualified" means (the contract), and how
to try it themselves (resources slide).
If asked about non-determinism: repeatability is process-level —
same contract → same method → auditable, re-runnable result; output
is never guaranteed byte-identical with a stochastic model.
Hard stop at 16:00: the course's Übung starts in the same room right
after — never overrun Q&amp;A; the ten minutes belong to the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2026-10-13T09:38:30Z</dcterms:created>
  <dcterms:modified xsi:type="dcterms:W3CDTF">2026-10-13T09:38:30Z</dcterms:modified>
</cp:coreProperties>
</file>