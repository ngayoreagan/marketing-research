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~37 min — slightly over the 35 budget.
The flex is Step 2: its ~8 min estimate is padded; in the T1 run the
agent finished well inside it. If running behind: trim Define-the-
hunt (45 s), compress Providers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2026-10-22T05:55:41Z</dcterms:created>
  <dcterms:modified xsi:type="dcterms:W3CDTF">2026-10-22T05:55:41Z</dcterms:modified>
</cp:coreProperties>
</file>